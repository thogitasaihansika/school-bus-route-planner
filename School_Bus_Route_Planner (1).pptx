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706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HACKATHON  |  PROBLEM #32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Bus Route Planner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pickup routes that respect road distance, bus capacity and student priority.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7680960" cy="1554480"/>
          </a:xfrm>
          <a:prstGeom prst="rect">
            <a:avLst/>
          </a:prstGeom>
          <a:solidFill>
            <a:srgbClr val="1D2F57"/>
          </a:solidFill>
          <a:ln w="12700">
            <a:solidFill>
              <a:srgbClr val="1D2F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017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</a:t>
            </a:r>
            <a:r>
              <a:rPr lang="en-US" sz="1500" b="1" dirty="0" err="1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T.Sai</a:t>
            </a:r>
            <a:r>
              <a:rPr lang="en-US" sz="1500" b="1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Hansika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&amp; Logistics  /  Smart Education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 •  BFS  •  Greedy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plan bus routes by hand or guesswork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stops, uneven roads, limited seats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 must still reach school on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459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rides: safer, less tiring for children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 and fewer buses needed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pickup for students with higher priority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459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true shortest road distance between stops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exceed bus capacity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distance against pickup priority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unreachable stops early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972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shortest-path distances (Dijkstra) as the cost, then let a priority-aware Greedy rule build capacity-safe routes – and explain every decision.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scored by distance and pickup priority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32888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61488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Capacity-safe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is never overloaded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08576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why each stop was chosen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84264" y="21945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2194560"/>
            <a:ext cx="73152" cy="15544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12864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check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flags isolated stops first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approach: combines three DAA techniques in one pipeline instead of a single shortest-path run.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1737360"/>
          </a:xfrm>
          <a:prstGeom prst="rect">
            <a:avLst/>
          </a:prstGeom>
          <a:solidFill>
            <a:srgbClr val="14213D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Stops, road map, distances, bus capacity, priorities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04288" y="1874520"/>
            <a:ext cx="274320" cy="27432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18872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weighted graph; BFS checks reachability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53128" y="1874520"/>
            <a:ext cx="274320" cy="27432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88720"/>
            <a:ext cx="1828800" cy="1737360"/>
          </a:xfrm>
          <a:prstGeom prst="rect">
            <a:avLst/>
          </a:prstGeom>
          <a:solidFill>
            <a:srgbClr val="14213D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distances + Greedy stop selection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01968" y="1874520"/>
            <a:ext cx="274320" cy="274320"/>
          </a:xfrm>
          <a:prstGeom prst="righ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188720"/>
            <a:ext cx="1828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951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691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 bus, total distance, load, reasons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stops &amp; school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0604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capacity &amp; priorities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"Plan Routes"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36118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View route + explanation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Algorithm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62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2103120" cy="640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&amp; routes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46304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chosen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road distance between stops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weights are non-negative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Reachability &amp; minimum-hop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flags unreachable stops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next stop by distance + priority within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Quick, explainable choices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Impact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200" dirty="0"/>
          </a:p>
        </p:txBody>
      </p:sp>
      <p:pic>
        <p:nvPicPr>
          <p:cNvPr id="6" name="Image 0" descr="/home/claude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017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114300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86200" y="1234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86200" y="1645920"/>
            <a:ext cx="2148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1: School ← A → C → 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12.4 km | Load: 38/40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2: School ← B → D → 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9.8 km | Load: 34/40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C chosen – nearest, high priority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1143000"/>
            <a:ext cx="2331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143000"/>
            <a:ext cx="73152" cy="3291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1645920"/>
            <a:ext cx="1965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road distances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capacity violations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stops flagged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for staff &amp; parents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illustration shown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22402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+ BFS + Greedy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priority aware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routes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73152" cy="22402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45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weights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 pickups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Multi-school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73152" cy="224028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45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Dijkstra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distance matrix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566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shorter, fairer school commutes through smart algorithms.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 &amp; A</a:t>
            </a:r>
            <a:endParaRPr lang="en-US" sz="1400" dirty="0"/>
          </a:p>
        </p:txBody>
      </p:sp>
      <p:pic>
        <p:nvPicPr>
          <p:cNvPr id="20" name="Image 0" descr="/home/claude/b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57600"/>
            <a:ext cx="201168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On-screen Show (16:9)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Bus Route Planner</dc:title>
  <dc:subject>PptxGenJS Presentation</dc:subject>
  <dc:creator>PptxGenJS</dc:creator>
  <cp:lastModifiedBy>thogita hansika</cp:lastModifiedBy>
  <cp:revision>2</cp:revision>
  <dcterms:created xsi:type="dcterms:W3CDTF">2026-10-03T05:40:51Z</dcterms:created>
  <dcterms:modified xsi:type="dcterms:W3CDTF">2026-10-10T06:39:04Z</dcterms:modified>
</cp:coreProperties>
</file>